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4965" y="2060258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IN" altLang="en-US" b="1">
                <a:sym typeface="+mn-ea"/>
              </a:rPr>
            </a:br>
            <a:br>
              <a:rPr lang="en-IN" altLang="en-US" b="1">
                <a:sym typeface="+mn-ea"/>
              </a:rPr>
            </a:br>
            <a:br>
              <a:rPr lang="en-IN" altLang="en-US" b="1">
                <a:sym typeface="+mn-ea"/>
              </a:rPr>
            </a:br>
            <a:br>
              <a:rPr lang="en-IN" altLang="en-US" b="1">
                <a:sym typeface="+mn-ea"/>
              </a:rPr>
            </a:br>
            <a:br>
              <a:rPr lang="en-IN" altLang="en-US" b="1">
                <a:sym typeface="+mn-ea"/>
              </a:rPr>
            </a:br>
            <a:br>
              <a:rPr lang="en-IN" altLang="en-US" b="1">
                <a:sym typeface="+mn-ea"/>
              </a:rPr>
            </a:br>
            <a:r>
              <a:rPr lang="en-IN" altLang="en-US" b="1">
                <a:sym typeface="+mn-ea"/>
              </a:rPr>
              <a:t>WHAT IS HTML &amp; CSS ?</a:t>
            </a:r>
            <a:br>
              <a:rPr lang="en-IN" altLang="en-US" b="1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IN" altLang="en-US" sz="4890" b="1">
                <a:sym typeface="+mn-ea"/>
              </a:rPr>
            </a:br>
            <a:r>
              <a:rPr lang="en-IN" altLang="en-US" sz="4890" b="1">
                <a:sym typeface="+mn-ea"/>
              </a:rPr>
              <a:t>WHAT IS HTML?</a:t>
            </a:r>
            <a:br>
              <a:rPr lang="en-IN" altLang="en-US" sz="4890" b="1"/>
            </a:br>
            <a:endParaRPr lang="en-US" sz="489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>
                <a:sym typeface="+mn-ea"/>
              </a:rPr>
              <a:t>HYPER TEXT MARKUP LANGUAGE.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r>
              <a:rPr lang="en-US" altLang="en-IN">
                <a:sym typeface="+mn-ea"/>
              </a:rPr>
              <a:t>markup language - A markup language is computer language that uses tags to define elements.</a:t>
            </a:r>
            <a:endParaRPr lang="en-US" altLang="en-IN"/>
          </a:p>
          <a:p>
            <a:endParaRPr lang="en-US" altLang="en-IN"/>
          </a:p>
          <a:p>
            <a:r>
              <a:rPr lang="en-US" altLang="en-IN">
                <a:sym typeface="+mn-ea"/>
              </a:rPr>
              <a:t>It is used to create web pages.</a:t>
            </a:r>
            <a:endParaRPr lang="en-IN" altLang="en-US"/>
          </a:p>
          <a:p>
            <a:endParaRPr lang="en-IN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 sz="4890" b="1">
                <a:sym typeface="+mn-ea"/>
              </a:rPr>
            </a:br>
            <a:r>
              <a:rPr lang="en-US" sz="4890" b="1">
                <a:sym typeface="+mn-ea"/>
              </a:rPr>
              <a:t>WHAT IS CSS?</a:t>
            </a:r>
            <a:br>
              <a:rPr lang="en-US" sz="4890" b="1"/>
            </a:br>
            <a:endParaRPr lang="en-US" sz="489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3500"/>
            <a:ext cx="10515600" cy="4843780"/>
          </a:xfrm>
        </p:spPr>
        <p:txBody>
          <a:bodyPr/>
          <a:p>
            <a:r>
              <a:rPr lang="en-US">
                <a:sym typeface="+mn-ea"/>
              </a:rPr>
              <a:t>Cascading Style Sheet.It is used to style HTML pages.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6" name="Content Placeholder 5" descr="1__nP7q6MZ5dzgnQBuq5XLvg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53465" y="1960880"/>
            <a:ext cx="9392285" cy="4549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 sz="4890" b="1">
                <a:sym typeface="+mn-ea"/>
              </a:rPr>
            </a:br>
            <a:r>
              <a:rPr lang="en-US" sz="4890" b="1">
                <a:sym typeface="+mn-ea"/>
              </a:rPr>
              <a:t>HTML STRUCTURE</a:t>
            </a:r>
            <a:br>
              <a:rPr lang="en-US" sz="4890" b="1"/>
            </a:br>
            <a:endParaRPr lang="en-US" sz="489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>
                <a:sym typeface="+mn-ea"/>
              </a:rPr>
              <a:t>Heading</a:t>
            </a:r>
            <a:endParaRPr lang="en-US"/>
          </a:p>
          <a:p>
            <a:r>
              <a:rPr lang="en-US">
                <a:sym typeface="+mn-ea"/>
              </a:rPr>
              <a:t>Simple Text(Paragraph)</a:t>
            </a:r>
            <a:endParaRPr lang="en-US"/>
          </a:p>
          <a:p>
            <a:r>
              <a:rPr lang="en-US">
                <a:sym typeface="+mn-ea"/>
              </a:rPr>
              <a:t>Image</a:t>
            </a:r>
            <a:endParaRPr lang="en-US"/>
          </a:p>
          <a:p>
            <a:r>
              <a:rPr lang="en-US">
                <a:sym typeface="+mn-ea"/>
              </a:rPr>
              <a:t>Line</a:t>
            </a:r>
            <a:endParaRPr lang="en-US"/>
          </a:p>
          <a:p>
            <a:r>
              <a:rPr lang="en-US">
                <a:sym typeface="+mn-ea"/>
              </a:rPr>
              <a:t>Website links</a:t>
            </a:r>
            <a:endParaRPr lang="en-US"/>
          </a:p>
          <a:p>
            <a:r>
              <a:rPr lang="en-US">
                <a:sym typeface="+mn-ea"/>
              </a:rPr>
              <a:t>Table</a:t>
            </a:r>
            <a:endParaRPr lang="en-US"/>
          </a:p>
          <a:p>
            <a:r>
              <a:rPr lang="en-US">
                <a:sym typeface="+mn-ea"/>
              </a:rPr>
              <a:t>Login/Signup forms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This all can be done using tags in html.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CSS Basics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Text color</a:t>
            </a:r>
            <a:endParaRPr lang="en-US"/>
          </a:p>
          <a:p>
            <a:r>
              <a:rPr lang="en-US"/>
              <a:t>Background color</a:t>
            </a:r>
            <a:endParaRPr lang="en-US"/>
          </a:p>
          <a:p>
            <a:r>
              <a:rPr lang="en-US"/>
              <a:t>Text alignment</a:t>
            </a:r>
            <a:endParaRPr lang="en-US"/>
          </a:p>
          <a:p>
            <a:r>
              <a:rPr lang="en-US"/>
              <a:t>Border</a:t>
            </a:r>
            <a:endParaRPr lang="en-US"/>
          </a:p>
          <a:p>
            <a:r>
              <a:rPr lang="en-US"/>
              <a:t>..............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WPS Presentation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     WHAT IS HTML &amp; CSS ? </dc:title>
  <dc:creator/>
  <cp:lastModifiedBy>jains</cp:lastModifiedBy>
  <cp:revision>5</cp:revision>
  <dcterms:created xsi:type="dcterms:W3CDTF">2022-05-19T06:11:38Z</dcterms:created>
  <dcterms:modified xsi:type="dcterms:W3CDTF">2022-05-19T06:26:50Z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B5BE3155F47B43528A0AC693E94DAD58</vt:lpwstr>
  </property>
  <property fmtid="{D5CDD505-2E9C-101B-9397-08002B2CF9AE}" pid="3" name="KSOProductBuildVer">
    <vt:lpwstr>1033-11.2.0.11074</vt:lpwstr>
  </property>
</Properties>
</file>